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41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Superstore Sales Dashboard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4572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Week 4 – Data Visualization &amp; Dashboarding</a:t>
            </a:r>
          </a:p>
          <a:p>
            <a:pPr>
              <a:defRPr sz="2000"/>
            </a:pPr>
            <a:r>
              <a:t>Prepared by: Isah Joshua Ochuko</a:t>
            </a:r>
          </a:p>
          <a:p>
            <a:pPr>
              <a:defRPr sz="2000"/>
            </a:pPr>
            <a:r>
              <a:t>AnalystLab Africa Data Analytics Internship</a:t>
            </a:r>
          </a:p>
          <a:p>
            <a:pPr>
              <a:defRPr sz="2000"/>
            </a:pPr>
            <a:r>
              <a:t>Tool: Microsoft 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4572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Objective: Build an interactive sales dashboard.</a:t>
            </a:r>
          </a:p>
          <a:p>
            <a:pPr>
              <a:defRPr sz="2000"/>
            </a:pPr>
            <a:r>
              <a:t>Dataset: Superstore Sales Dataset (Kaggle).</a:t>
            </a:r>
          </a:p>
          <a:p>
            <a:pPr>
              <a:defRPr sz="2000"/>
            </a:pPr>
            <a:r>
              <a:t>Goals: Monitor Sales, Profit, Customers, Products and Regions.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4572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Dataset: Superstore Sales</a:t>
            </a:r>
          </a:p>
          <a:p>
            <a:pPr>
              <a:defRPr sz="2000"/>
            </a:pPr>
            <a:r>
              <a:t>Fields: Orders, Customers, Products, Sales, Profit, Discount, Region, Category, Dates.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392557" y="2146852"/>
            <a:ext cx="4989443" cy="4389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EE8E56-CD8A-F68D-841C-A059924954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2557" y="2146852"/>
            <a:ext cx="4989443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Performance Indicators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4572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Total Sales</a:t>
            </a:r>
          </a:p>
          <a:p>
            <a:pPr>
              <a:defRPr sz="2000"/>
            </a:pPr>
            <a:r>
              <a:t>Total Profit</a:t>
            </a:r>
          </a:p>
          <a:p>
            <a:pPr>
              <a:defRPr sz="2000"/>
            </a:pPr>
            <a:r>
              <a:t>Total Orders</a:t>
            </a:r>
          </a:p>
          <a:p>
            <a:pPr>
              <a:defRPr sz="2000"/>
            </a:pPr>
            <a:r>
              <a:t>Total Customers</a:t>
            </a:r>
          </a:p>
          <a:p>
            <a:pPr>
              <a:defRPr sz="2000"/>
            </a:pPr>
            <a:r>
              <a:t>Profit Margin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Dashboard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4572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Insert your full dashboard screenshot on this slide.</a:t>
            </a:r>
          </a:p>
          <a:p>
            <a:pPr>
              <a:defRPr sz="2000"/>
            </a:pPr>
            <a:r>
              <a:t>Highlight KPI cards, charts, map and slicers.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914400"/>
            <a:ext cx="5029200" cy="4389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Insert Screenshot Here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8009D5-D1F2-0533-08D6-A1E66AFC27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4054" y="914402"/>
            <a:ext cx="50292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4572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Technology generated the highest sales.</a:t>
            </a:r>
          </a:p>
          <a:p>
            <a:pPr>
              <a:defRPr sz="2000"/>
            </a:pPr>
            <a:r>
              <a:t>West region showed strong performance.</a:t>
            </a:r>
          </a:p>
          <a:p>
            <a:pPr>
              <a:defRPr sz="2000"/>
            </a:pPr>
            <a:r>
              <a:t>Consumer segment contributed significantly.</a:t>
            </a:r>
          </a:p>
          <a:p>
            <a:pPr>
              <a:defRPr sz="2000"/>
            </a:pPr>
            <a:r>
              <a:t>Update these with your final findings.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Business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4572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Invest in top-performing categories.</a:t>
            </a:r>
          </a:p>
          <a:p>
            <a:pPr>
              <a:defRPr sz="2000"/>
            </a:pPr>
            <a:r>
              <a:t>Focus on high-performing regions.</a:t>
            </a:r>
          </a:p>
          <a:p>
            <a:pPr>
              <a:defRPr sz="2000"/>
            </a:pPr>
            <a:r>
              <a:t>Improve low-performing products.</a:t>
            </a:r>
          </a:p>
          <a:p>
            <a:pPr>
              <a:defRPr sz="2000"/>
            </a:pPr>
            <a:r>
              <a:t>Use trends for forecasting.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Challenges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4572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Challenges: Data cleaning, DAX, dashboard design.</a:t>
            </a:r>
          </a:p>
          <a:p>
            <a:pPr>
              <a:defRPr sz="2000"/>
            </a:pPr>
            <a:r>
              <a:t>Skills: Power Query, DAX, Visualization, Storytelling.</a:t>
            </a:r>
          </a:p>
          <a:p>
            <a:pPr>
              <a:defRPr sz="2000"/>
            </a:pPr>
            <a:r>
              <a:t>Conclusion: Interactive dashboards support informed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200</Words>
  <Application>Microsoft Office PowerPoint</Application>
  <PresentationFormat>Widescreen</PresentationFormat>
  <Paragraphs>36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joshua isah</cp:lastModifiedBy>
  <cp:revision>2</cp:revision>
  <dcterms:created xsi:type="dcterms:W3CDTF">2013-01-27T09:14:16Z</dcterms:created>
  <dcterms:modified xsi:type="dcterms:W3CDTF">2026-07-07T20:37:13Z</dcterms:modified>
  <cp:category/>
</cp:coreProperties>
</file>